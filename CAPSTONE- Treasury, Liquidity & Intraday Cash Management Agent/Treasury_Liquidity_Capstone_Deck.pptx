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— introduce the project and the problem it solves for treasury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 — walk through each of the six capabilities, calling out the real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 — explain the five-agent pipeline and the guardrail fallback as a feature, not a flaw.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 — walk the audience through the actual live output on screen; this is the core demo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— close on impact and be candid about realistic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AGENTIC AI CAPSTONE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Treasury, Liquidity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Intraday Cash Management Agent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7863840" cy="1234440"/>
          </a:xfrm>
          <a:prstGeom prst="roundRect">
            <a:avLst>
              <a:gd name="adj" fmla="val 8889"/>
            </a:avLst>
          </a:prstGeom>
          <a:solidFill>
            <a:srgbClr val="27358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11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teams need faster visibility into cash, settlement, and funding risk before small gaps become urgent issues.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32520" y="3429000"/>
            <a:ext cx="0" cy="2834640"/>
          </a:xfrm>
          <a:prstGeom prst="line">
            <a:avLst/>
          </a:prstGeom>
          <a:noFill/>
          <a:ln w="12700">
            <a:solidFill>
              <a:srgbClr val="2735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06840" y="3429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00684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orchestrated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06840" y="4389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006840" y="4892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forecast, live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06840" y="5349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hrs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006840" y="5852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·  August 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capabilities, one liquidity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7335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0116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acct-001–004 balances; nostro totals $3.9M USD / €1.8M EUR / £960K GBP in one view.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737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39128" y="167335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Forecasting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39128" y="20116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 $500K USD shortfall on acct-001 about 120 minutes before the breach window.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54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09067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Recommendations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42900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 Intraday Credit Line to cover the projected $500K gap.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1546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154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39128" y="309067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39128" y="342900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2 live alerts: a funding-gap breach on acct-002 and a repo-rate spread breach.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72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5568" y="45079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Commentary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48463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governance-ready summary — and safely fell back to a verified template when the AI draft didn't pass its own check.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5720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572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39128" y="45079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Simulation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39128" y="48463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delayed-settlement scenario stretched the breach window from 120 to 180 minutes.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Liquidity &amp; Intraday Cash Management Agent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five-agent pipeline behind every liquidity check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273584"/>
          </a:solidFill>
          <a:ln/>
        </p:spPr>
      </p:sp>
      <p:sp>
        <p:nvSpPr>
          <p:cNvPr id="6" name="Shape 4"/>
          <p:cNvSpPr/>
          <p:nvPr/>
        </p:nvSpPr>
        <p:spPr>
          <a:xfrm>
            <a:off x="1362456" y="2029968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7" name="Text 5"/>
          <p:cNvSpPr/>
          <p:nvPr/>
        </p:nvSpPr>
        <p:spPr>
          <a:xfrm>
            <a:off x="1362456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cash_position_agent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32004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balances, funding gaps, collateral, and settlement timing into one snapshot.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3744" y="26746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182880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273584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7016" y="2029968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2514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9260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forecasting_agent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52928" y="32004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the liquidity shortfall for acct-001 and explains the $500K gap.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18304" y="26746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37760" y="182880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273584"/>
          </a:solidFill>
          <a:ln/>
        </p:spPr>
      </p:sp>
      <p:sp>
        <p:nvSpPr>
          <p:cNvPr id="20" name="Shape 18"/>
          <p:cNvSpPr/>
          <p:nvPr/>
        </p:nvSpPr>
        <p:spPr>
          <a:xfrm>
            <a:off x="5751576" y="2029968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1" name="Text 19"/>
          <p:cNvSpPr/>
          <p:nvPr/>
        </p:nvSpPr>
        <p:spPr>
          <a:xfrm>
            <a:off x="5751576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2514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Advisor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9260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funding_recommendation_agent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47488" y="32004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an Intraday Credit Line for the projected shortfall.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12864" y="26746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132320" y="182880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273584"/>
          </a:solidFill>
          <a:ln/>
        </p:spPr>
      </p:sp>
      <p:sp>
        <p:nvSpPr>
          <p:cNvPr id="27" name="Shape 25"/>
          <p:cNvSpPr/>
          <p:nvPr/>
        </p:nvSpPr>
        <p:spPr>
          <a:xfrm>
            <a:off x="7946136" y="2029968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8" name="Text 26"/>
          <p:cNvSpPr/>
          <p:nvPr/>
        </p:nvSpPr>
        <p:spPr>
          <a:xfrm>
            <a:off x="7946136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23760" y="2514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Watcher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3760" y="29260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alerting_agent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42048" y="32004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alerts for the funding gap and the repo-rate spread breach.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07424" y="26746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326880" y="1828800"/>
            <a:ext cx="1993392" cy="2331720"/>
          </a:xfrm>
          <a:prstGeom prst="roundRect">
            <a:avLst>
              <a:gd name="adj" fmla="val 4587"/>
            </a:avLst>
          </a:prstGeom>
          <a:solidFill>
            <a:srgbClr val="27358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40696" y="2029968"/>
            <a:ext cx="365760" cy="3657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35" name="Text 33"/>
          <p:cNvSpPr/>
          <p:nvPr/>
        </p:nvSpPr>
        <p:spPr>
          <a:xfrm>
            <a:off x="10140696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418320" y="2514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418320" y="29260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commentary_agent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436608" y="32004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governance-ready summary for the daily call.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8204F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6177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design: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double-checks its own written summary before showing it. When the AI-written commentary couldn't be verified against the underlying numbers, it automatically fell back to a safe, data-accurate summary — exercised live in this run, not just described.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Liquidity &amp; Intraday Cash Management Agent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live run actually produced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6583680" cy="3491493"/>
          </a:xfrm>
          <a:prstGeom prst="roundRect">
            <a:avLst>
              <a:gd name="adj" fmla="val 2095"/>
            </a:avLst>
          </a:prstGeom>
          <a:solidFill>
            <a:srgbClr val="F2F4FA"/>
          </a:solidFill>
          <a:ln w="12700">
            <a:solidFill>
              <a:srgbClr val="D9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6" name="Image 0" descr="/mnt/user-data/uploads/Screenshot_2026-08-06_1148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7048"/>
            <a:ext cx="6492240" cy="34000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64261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demo.html output — 127.0.0.1:8000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60920" y="15544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60920" y="17739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 USD shortfall, acct-001 — est. 120 min to breach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0920" y="23042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ACTION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60920" y="25237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Credit Line, $500,000 USD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0920" y="305409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60920" y="32735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funding-gap (acct-002), repo-rate spread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0920" y="380390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6092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fallback shown (AI draft failed its own check)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60920" y="4599432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F2F4FA"/>
          </a:solidFill>
          <a:ln/>
        </p:spPr>
      </p:sp>
      <p:sp>
        <p:nvSpPr>
          <p:cNvPr id="17" name="Text 14"/>
          <p:cNvSpPr/>
          <p:nvPr/>
        </p:nvSpPr>
        <p:spPr>
          <a:xfrm>
            <a:off x="7543800" y="471830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delayed-settlement scenario kept the shortfall at $500K but pushed the breach window to 180 minutes.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shown are from synthetic/mock demo data — not live bank or market feeds.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helps — and where it goes next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29184" cy="329184"/>
          </a:xfrm>
          <a:prstGeom prst="ellipse">
            <a:avLst/>
          </a:prstGeom>
          <a:solidFill>
            <a:srgbClr val="27358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response to intraday funding and settlement risk by turning scattered signals into one decision-ready view.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29184" cy="329184"/>
          </a:xfrm>
          <a:prstGeom prst="ellipse">
            <a:avLst/>
          </a:prstGeom>
          <a:solidFill>
            <a:srgbClr val="27358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2004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risk testing visible so treasury teams can explore what-if scenarios before a shortfall becomes urgent.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329184" cy="329184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03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2057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demo to real bank and market data sources.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017520"/>
            <a:ext cx="329184" cy="329184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2971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stress-scenario library beyond delayed settlement and repo-rate stress.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329184" cy="329184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38862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commentary check so fewer runs fall back to the safe summary.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27358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time-boxed agentic AI capstone — 5 orchestrated agents, structured JSON outputs, guardrailed commentary, and a live stress-test simulation.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Liquidity &amp; Intraday Cash Management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2026-08-06T06:30:24Z</dcterms:created>
  <dcterms:modified xsi:type="dcterms:W3CDTF">2026-08-06T06:30:24Z</dcterms:modified>
</cp:coreProperties>
</file>